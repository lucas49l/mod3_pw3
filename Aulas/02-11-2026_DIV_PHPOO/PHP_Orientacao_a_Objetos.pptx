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1" r:id="rId4"/>
    <p:sldId id="292" r:id="rId5"/>
    <p:sldId id="259" r:id="rId6"/>
    <p:sldId id="260" r:id="rId7"/>
    <p:sldId id="299" r:id="rId8"/>
    <p:sldId id="293" r:id="rId9"/>
    <p:sldId id="258" r:id="rId10"/>
    <p:sldId id="294" r:id="rId11"/>
    <p:sldId id="295" r:id="rId12"/>
    <p:sldId id="296" r:id="rId13"/>
    <p:sldId id="297" r:id="rId14"/>
    <p:sldId id="298" r:id="rId15"/>
    <p:sldId id="261" r:id="rId16"/>
    <p:sldId id="262" r:id="rId17"/>
    <p:sldId id="300" r:id="rId18"/>
    <p:sldId id="263" r:id="rId19"/>
    <p:sldId id="301" r:id="rId20"/>
    <p:sldId id="264" r:id="rId21"/>
    <p:sldId id="265" r:id="rId22"/>
    <p:sldId id="302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90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26C3B-24C3-4613-A549-D964FD7D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9B7E85-A1DA-492A-8BDF-C7361FFE2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C2E72D-6B25-4757-B8E5-A782BE79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D7B575-C363-464A-8050-E333CB51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F0F796-6C9C-4F23-877C-18157C82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64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BF743-4797-4E46-9467-167981C3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F2B090-5718-4B6F-B90F-3B7E271C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443BC5-145D-4261-8FB4-2D8CC15A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327596-8948-4F9C-94D2-0995E2C5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473CF0-EA5C-41D1-B6D7-9675EFF3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07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F078B-7E12-4551-86EB-542728F0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DA6D58-C3AC-4791-B28F-C83BB58AA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45329B-BD7E-4907-AF0B-005A7D00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AF67DF-6302-400E-984A-E8630251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A31507-F0E7-4E38-8C25-64C4A91C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54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CDC6B-0F06-4AFE-9D57-36F5D15C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AA9253-A028-4985-B5AF-BF57B403F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225D27-CFB1-4BB7-8E43-2609CAA89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4887B4-C6C3-4A68-B99B-2A2F340F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24C9B2-EAFB-4BBD-B0C8-15EA6E86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8E867C-9B76-40E6-9B27-39F75D50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85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FFAD9-8571-4D49-A4A2-0BCB3372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B9D4A5-6EDC-443F-98F6-F6E248B3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1FDCEE-1AF8-402B-B652-10753CF7D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03ED720-2FAB-461A-AB25-4F1EE3BE6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93E3B6-E325-4797-8A7C-7D397F6FF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630CE2-7B8C-418E-9EA6-537A896C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8D9F35-10C2-4F44-A4FB-C280B56C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4C234D-4AF4-49EB-B725-52F85A81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73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96656-C097-482C-9612-B88D2E0E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AF0317-122E-4FCD-B4D1-F68778C7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0863F7-1D36-4C6C-B657-5480FB01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932D33-77A4-4D9C-9E63-F5A85036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151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3968B8-7EA8-4DCA-8B7A-713F66B3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6FE092-283F-47D8-8B39-07C20879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768498-BF17-4DA7-AFC2-99CFDBF3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97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2BCFC-BE76-44AA-8414-521AF937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AA770-BDCC-4134-99CE-D2BFB95F9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C5C2FC-1DCE-44AB-9220-C9A4D9549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8E2748-9E31-4C51-AA0F-1D1EF191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C47B29-25C0-4C9E-A2AC-C457F6E1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3CE7C3-2E9C-4FBC-A30D-2B1F7BB1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93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19D50-20FB-466F-AB88-0C40A1FF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4DA3BC-14D5-485C-89AF-9D7170FF6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18654B-B808-4CDB-A77B-80FE184BB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CBADDF-D6CF-4CB6-BD37-D1DA4A4C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21907-519A-463B-94FA-EB2BE35C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970F02-3A2C-45E6-B4CF-C99DB538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21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E737F-A8C3-4BDC-B143-DD834368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884994-8D79-47F5-9184-DC0646ADD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0D04B1-D7A2-4266-8717-D2CD6166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D09F16-B70C-4308-84E6-97F621B5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01F66-78FB-43F3-953A-F2F343EE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07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C346ED-C0D1-4D5E-B122-5DE3A5397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2B47E1-99A6-40CA-9D7B-724874C81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F9891-A3C5-46C3-9A8E-379EFACD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24D10B-FDE0-4BF3-8E0D-C4485ACF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9B99F-8879-458D-BE64-7E2F99CC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730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AD4E57-8C74-4269-A490-62BAF4C6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408686-7D6E-4184-88F3-50DB1F2B6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57698-0F45-4D2D-8E97-7677AD2E5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3327D-4C98-4175-B09D-76068D1AB32E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D4E894-BED5-43A9-BA78-E2BC05D7A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4ECAA7-4882-442B-8241-8AACA4E4D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0DCAF-A6C5-4FFC-AC13-CDF3383A35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27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6B632-91FB-4E62-BAC8-B01F84881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>
                <a:solidFill>
                  <a:schemeClr val="bg1"/>
                </a:solidFill>
              </a:rPr>
              <a:t>Orientacao</a:t>
            </a:r>
            <a:r>
              <a:rPr lang="pt-BR" dirty="0">
                <a:solidFill>
                  <a:schemeClr val="bg1"/>
                </a:solidFill>
              </a:rPr>
              <a:t>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482401-CC86-4FE8-AB2A-2B07CBD833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Como desenvolver aplicações com Objetos</a:t>
            </a:r>
          </a:p>
        </p:txBody>
      </p:sp>
    </p:spTree>
    <p:extLst>
      <p:ext uri="{BB962C8B-B14F-4D97-AF65-F5344CB8AC3E}">
        <p14:creationId xmlns:p14="http://schemas.microsoft.com/office/powerpoint/2010/main" val="303078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7A38295-7EC4-440C-8A5F-1F48A7E2D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376160" y="1253331"/>
            <a:ext cx="3977640" cy="39703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primeira coisa que temos que pensar para desenhar qualquer site em PHP, são os objetos. </a:t>
            </a:r>
          </a:p>
          <a:p>
            <a:r>
              <a:rPr lang="pt-BR" dirty="0"/>
              <a:t>O diagrama de classe é o desenho do que queremos que nosso objeto faca.</a:t>
            </a:r>
          </a:p>
          <a:p>
            <a:r>
              <a:rPr lang="pt-BR" dirty="0"/>
              <a:t>Um objeto é composto por atributos (características que queremos guardar em uma tabela no DB) e métodos, que são as </a:t>
            </a:r>
            <a:r>
              <a:rPr lang="pt-BR" dirty="0" err="1"/>
              <a:t>acoes</a:t>
            </a:r>
            <a:r>
              <a:rPr lang="pt-BR" dirty="0"/>
              <a:t> que precisamos fazer com esse objeto.</a:t>
            </a:r>
          </a:p>
          <a:p>
            <a:r>
              <a:rPr lang="pt-BR" dirty="0"/>
              <a:t>Atributos normalmente são definidos como </a:t>
            </a:r>
            <a:r>
              <a:rPr lang="pt-BR" dirty="0" err="1"/>
              <a:t>private</a:t>
            </a:r>
            <a:r>
              <a:rPr lang="pt-BR" dirty="0"/>
              <a:t> (sinal de menos) e métodos são definidos como </a:t>
            </a:r>
            <a:r>
              <a:rPr lang="pt-BR" dirty="0" err="1"/>
              <a:t>public</a:t>
            </a:r>
            <a:r>
              <a:rPr lang="pt-BR" dirty="0"/>
              <a:t> (sinal de mais).</a:t>
            </a:r>
          </a:p>
        </p:txBody>
      </p:sp>
    </p:spTree>
    <p:extLst>
      <p:ext uri="{BB962C8B-B14F-4D97-AF65-F5344CB8AC3E}">
        <p14:creationId xmlns:p14="http://schemas.microsoft.com/office/powerpoint/2010/main" val="267323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7A38295-7EC4-440C-8A5F-1F48A7E2D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376160" y="1253331"/>
            <a:ext cx="39776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Partes de uma classe.</a:t>
            </a:r>
          </a:p>
          <a:p>
            <a:r>
              <a:rPr lang="pt-BR" dirty="0"/>
              <a:t>Uma classe começa com um nome, sempre com letra maiúscula.</a:t>
            </a:r>
          </a:p>
          <a:p>
            <a:r>
              <a:rPr lang="pt-BR" dirty="0"/>
              <a:t>Depois vem os atributos, que começam com letra minúscula, e se o nome for composto, a primeira letra das palavras seguintes </a:t>
            </a:r>
            <a:r>
              <a:rPr lang="pt-BR" dirty="0" err="1"/>
              <a:t>sera</a:t>
            </a:r>
            <a:r>
              <a:rPr lang="pt-BR" dirty="0"/>
              <a:t> maiúscula.</a:t>
            </a:r>
          </a:p>
          <a:p>
            <a:r>
              <a:rPr lang="pt-BR" dirty="0"/>
              <a:t>Geralmente os atributos são privados.</a:t>
            </a:r>
          </a:p>
          <a:p>
            <a:r>
              <a:rPr lang="pt-BR" dirty="0"/>
              <a:t>Em seguida vem os métodos. </a:t>
            </a:r>
          </a:p>
          <a:p>
            <a:r>
              <a:rPr lang="pt-BR" dirty="0"/>
              <a:t>O padrão para escrever seus nomes é o mesmo das variáveis. A diferença é que tem atributos que vem entre parênteses e também tem um retorno.</a:t>
            </a:r>
          </a:p>
          <a:p>
            <a:r>
              <a:rPr lang="pt-BR" dirty="0" err="1"/>
              <a:t>Metodos</a:t>
            </a:r>
            <a:r>
              <a:rPr lang="pt-BR" dirty="0"/>
              <a:t> normalmente são públicos, pois queremos acessá-los a partir de outro arquivo.</a:t>
            </a:r>
          </a:p>
        </p:txBody>
      </p:sp>
    </p:spTree>
    <p:extLst>
      <p:ext uri="{BB962C8B-B14F-4D97-AF65-F5344CB8AC3E}">
        <p14:creationId xmlns:p14="http://schemas.microsoft.com/office/powerpoint/2010/main" val="284601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7A38295-7EC4-440C-8A5F-1F48A7E2D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376160" y="1253331"/>
            <a:ext cx="397764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Nessa classe usuário, defino os atributos nome </a:t>
            </a:r>
            <a:r>
              <a:rPr lang="pt-BR" dirty="0" err="1"/>
              <a:t>email</a:t>
            </a:r>
            <a:r>
              <a:rPr lang="pt-BR" dirty="0"/>
              <a:t> e senha e os métodos.</a:t>
            </a:r>
          </a:p>
          <a:p>
            <a:r>
              <a:rPr lang="pt-BR" dirty="0"/>
              <a:t>Cada método tem suas características, e normalmente precisamos ter os métodos CRUD para acesso ao banco.</a:t>
            </a:r>
          </a:p>
          <a:p>
            <a:r>
              <a:rPr lang="pt-BR" dirty="0"/>
              <a:t>Dessa forma temos um método para criar, buscar, editar e apagar registros no DB.</a:t>
            </a:r>
          </a:p>
          <a:p>
            <a:r>
              <a:rPr lang="pt-BR" dirty="0"/>
              <a:t>Nesse caso eu ainda criei um método construtor. </a:t>
            </a:r>
          </a:p>
          <a:p>
            <a:r>
              <a:rPr lang="pt-BR" dirty="0"/>
              <a:t>Quando queremos que ao instanciar uma classe ela faca algo logo no inicio, ai criamos um método construtor, pois ele é o primeiro método que uma classe roda ao ser instanciada.</a:t>
            </a:r>
          </a:p>
        </p:txBody>
      </p:sp>
    </p:spTree>
    <p:extLst>
      <p:ext uri="{BB962C8B-B14F-4D97-AF65-F5344CB8AC3E}">
        <p14:creationId xmlns:p14="http://schemas.microsoft.com/office/powerpoint/2010/main" val="114206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559040" y="1253331"/>
            <a:ext cx="3794760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eu for usar o objeto usuário, é porque eu quero acessar o banco de dados, seja para inserir, editar, alterar, apagar ou outro.</a:t>
            </a:r>
          </a:p>
          <a:p>
            <a:r>
              <a:rPr lang="pt-BR" dirty="0" err="1"/>
              <a:t>Entao</a:t>
            </a:r>
            <a:r>
              <a:rPr lang="pt-BR" dirty="0"/>
              <a:t> eu gosto de criar um método construtor que ao instanciar a classe já crie uma conexão com o banco de dados.</a:t>
            </a:r>
          </a:p>
          <a:p>
            <a:r>
              <a:rPr lang="pt-BR" dirty="0"/>
              <a:t>Esse método construtor é o primeiro que roda ao instanciarmos a classe.</a:t>
            </a:r>
          </a:p>
        </p:txBody>
      </p:sp>
      <p:pic>
        <p:nvPicPr>
          <p:cNvPr id="6" name="Espaço Reservado para Conteúdo 7">
            <a:extLst>
              <a:ext uri="{FF2B5EF4-FFF2-40B4-BE49-F238E27FC236}">
                <a16:creationId xmlns:a16="http://schemas.microsoft.com/office/drawing/2014/main" id="{E68966CF-644D-4314-8268-FEEF3AEED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C41BBA5-D17A-4A50-B5F0-629817F9C840}"/>
              </a:ext>
            </a:extLst>
          </p:cNvPr>
          <p:cNvSpPr/>
          <p:nvPr/>
        </p:nvSpPr>
        <p:spPr>
          <a:xfrm>
            <a:off x="975360" y="5190309"/>
            <a:ext cx="5750560" cy="30480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129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F4A9EC0-3C36-4400-AE4C-0A581F7B9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44709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criar uma conexão, usamos a classe PDO. </a:t>
            </a:r>
          </a:p>
          <a:p>
            <a:r>
              <a:rPr lang="pt-BR" dirty="0"/>
              <a:t>Essa classe precisa dos parâmetros: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Tipo, nome e localização do banco,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Usuario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Senha</a:t>
            </a:r>
          </a:p>
          <a:p>
            <a:r>
              <a:rPr lang="pt-BR" dirty="0"/>
              <a:t>Criamos variáveis para guardar esses dados.</a:t>
            </a:r>
          </a:p>
          <a:p>
            <a:r>
              <a:rPr lang="pt-BR" dirty="0"/>
              <a:t>Depois instanciamos a classe PDO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457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F4A9EC0-3C36-4400-AE4C-0A581F7B9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 ser que o banco esteja indisponível, por isso colocamos a conexão dentro de uma estrutura </a:t>
            </a:r>
            <a:r>
              <a:rPr lang="pt-BR" dirty="0" err="1"/>
              <a:t>try</a:t>
            </a:r>
            <a:r>
              <a:rPr lang="pt-BR" dirty="0"/>
              <a:t>/catch.</a:t>
            </a:r>
          </a:p>
          <a:p>
            <a:r>
              <a:rPr lang="pt-BR" dirty="0"/>
              <a:t>Se não conseguir instanciar, ele cai para o catch gerando uma exceção e retorna falso.</a:t>
            </a:r>
          </a:p>
          <a:p>
            <a:r>
              <a:rPr lang="pt-BR" dirty="0"/>
              <a:t>Se conseguir instanciar, então dentro de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-&gt;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pdo</a:t>
            </a:r>
            <a:r>
              <a:rPr lang="pt-BR" dirty="0"/>
              <a:t> temos nossa conexão e retorna verdadeiro</a:t>
            </a:r>
          </a:p>
        </p:txBody>
      </p:sp>
    </p:spTree>
    <p:extLst>
      <p:ext uri="{BB962C8B-B14F-4D97-AF65-F5344CB8AC3E}">
        <p14:creationId xmlns:p14="http://schemas.microsoft.com/office/powerpoint/2010/main" val="2328498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7A38295-7EC4-440C-8A5F-1F48A7E2D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376160" y="1253331"/>
            <a:ext cx="397764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para cadastrar um registro, precisa como parâmetro todos os atributos da classe, menos o id que é gerado automaticamente pelo banco de dados.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0099520-9B56-41AC-9BD8-EC9A298AD057}"/>
              </a:ext>
            </a:extLst>
          </p:cNvPr>
          <p:cNvSpPr/>
          <p:nvPr/>
        </p:nvSpPr>
        <p:spPr>
          <a:xfrm>
            <a:off x="975360" y="3566160"/>
            <a:ext cx="5750560" cy="41656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05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Todos os métodos que acessam o banco de dados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mais ou menos o mesmo padrão</a:t>
            </a:r>
            <a:r>
              <a:rPr lang="pt-BR" dirty="0"/>
              <a:t>, que são esses quatro passos.</a:t>
            </a:r>
          </a:p>
          <a:p>
            <a:r>
              <a:rPr lang="pt-BR" dirty="0"/>
              <a:t>O primeiro é criar uma variável e colocar a consulta dentro dela, mudando os parâmetros por um apelido.</a:t>
            </a:r>
          </a:p>
          <a:p>
            <a:r>
              <a:rPr lang="pt-BR" dirty="0"/>
              <a:t>Apelidos começam com dois pontos(:)</a:t>
            </a:r>
          </a:p>
          <a:p>
            <a:r>
              <a:rPr lang="pt-BR" dirty="0"/>
              <a:t>Linha 28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6AE8BE96-5E77-4C1F-8557-3BDEEBA3E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2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1:</a:t>
            </a:r>
          </a:p>
          <a:p>
            <a:r>
              <a:rPr lang="pt-BR" dirty="0"/>
              <a:t>Criar uma variável com a consulta SQL.</a:t>
            </a:r>
          </a:p>
          <a:p>
            <a:r>
              <a:rPr lang="pt-BR" dirty="0"/>
              <a:t>Toda vez que tiver parâmetros, eu coloco esses apelidos precedidos de dois pontos( : ) e um apelido</a:t>
            </a:r>
          </a:p>
          <a:p>
            <a:r>
              <a:rPr lang="pt-BR" dirty="0"/>
              <a:t>Aqui usei a primeira letra mas pode ser qualquer nome.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8B8441A-A635-4F78-9E06-CD4A0AD0F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86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2:</a:t>
            </a:r>
          </a:p>
          <a:p>
            <a:r>
              <a:rPr lang="pt-BR" dirty="0"/>
              <a:t>Preparar a consulta. </a:t>
            </a:r>
          </a:p>
          <a:p>
            <a:r>
              <a:rPr lang="pt-BR" dirty="0" err="1"/>
              <a:t>Entao</a:t>
            </a:r>
            <a:r>
              <a:rPr lang="pt-BR" dirty="0"/>
              <a:t> eu uso o método prepare do PDO, passando a consulta para dentro dele.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A1FC65B3-6F67-48B8-AD9F-07CD62DCF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5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3:</a:t>
            </a:r>
          </a:p>
          <a:p>
            <a:r>
              <a:rPr lang="pt-BR" dirty="0"/>
              <a:t>Para cada apelido, eu tenho que criar um </a:t>
            </a:r>
            <a:r>
              <a:rPr lang="pt-BR" dirty="0" err="1"/>
              <a:t>bindValue</a:t>
            </a:r>
            <a:r>
              <a:rPr lang="pt-BR" dirty="0"/>
              <a:t> passando o apelido e qual o valor ele deve usar.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372980C-F3A5-49B4-84E8-A362C2564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55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 4:</a:t>
            </a:r>
          </a:p>
          <a:p>
            <a:r>
              <a:rPr lang="pt-BR" dirty="0"/>
              <a:t>Executar o comando.</a:t>
            </a:r>
          </a:p>
          <a:p>
            <a:r>
              <a:rPr lang="pt-BR" dirty="0"/>
              <a:t>Aqui o PHP vai efetivamente inserir o registro na tabela usuários.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2A5801B-7F98-438F-8C34-8B309CC48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32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510909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formos acessar o banco, temos que fazer ao menos esses quatro passos: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 a query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Passar para o prepare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Chamar 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bindValue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Executar o comando</a:t>
            </a:r>
          </a:p>
          <a:p>
            <a:r>
              <a:rPr lang="pt-BR" dirty="0"/>
              <a:t>Toda vez que formos acessar o banco, pode ser que ele esteja indisponível, então colocamos um </a:t>
            </a:r>
            <a:r>
              <a:rPr lang="pt-BR" dirty="0" err="1"/>
              <a:t>return</a:t>
            </a:r>
            <a:r>
              <a:rPr lang="pt-BR" dirty="0"/>
              <a:t> antes do execute. Se ele conseguir inserir o registro, retorna verdadeiro.</a:t>
            </a:r>
          </a:p>
          <a:p>
            <a:r>
              <a:rPr lang="pt-BR" dirty="0"/>
              <a:t>Caso contrario falso.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2A5801B-7F98-438F-8C34-8B309CC48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9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método apagar, precisamos passar um parâmetro que seja único, que pode ser o id ou o </a:t>
            </a:r>
            <a:r>
              <a:rPr lang="pt-BR" dirty="0" err="1"/>
              <a:t>email</a:t>
            </a:r>
            <a:r>
              <a:rPr lang="pt-BR" dirty="0"/>
              <a:t>, pois eles não se repetem.</a:t>
            </a:r>
          </a:p>
        </p:txBody>
      </p:sp>
      <p:pic>
        <p:nvPicPr>
          <p:cNvPr id="6" name="Espaço Reservado para Conteúdo 7">
            <a:extLst>
              <a:ext uri="{FF2B5EF4-FFF2-40B4-BE49-F238E27FC236}">
                <a16:creationId xmlns:a16="http://schemas.microsoft.com/office/drawing/2014/main" id="{4557D400-4B42-4B69-A94D-30DC06F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42A06B-F61B-4EE0-923C-AF44FD851E58}"/>
              </a:ext>
            </a:extLst>
          </p:cNvPr>
          <p:cNvSpPr/>
          <p:nvPr/>
        </p:nvSpPr>
        <p:spPr>
          <a:xfrm>
            <a:off x="975360" y="3905799"/>
            <a:ext cx="5750560" cy="41656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289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3655DF7C-504D-4E6B-8DBD-E88157868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é bem simples, apagamos o registro no DB pelo id.</a:t>
            </a:r>
          </a:p>
          <a:p>
            <a:r>
              <a:rPr lang="pt-BR" dirty="0"/>
              <a:t>Se ele achar o registro e conseguir apagar, retorna verdadeiro.</a:t>
            </a:r>
          </a:p>
          <a:p>
            <a:r>
              <a:rPr lang="pt-BR" dirty="0"/>
              <a:t>Caso contrario retorna falso.</a:t>
            </a:r>
          </a:p>
        </p:txBody>
      </p:sp>
    </p:spTree>
    <p:extLst>
      <p:ext uri="{BB962C8B-B14F-4D97-AF65-F5344CB8AC3E}">
        <p14:creationId xmlns:p14="http://schemas.microsoft.com/office/powerpoint/2010/main" val="4072611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método editar, precisamos passar todos os parâmetros para que o usuário escolha o que vai alterar.</a:t>
            </a:r>
          </a:p>
          <a:p>
            <a:r>
              <a:rPr lang="pt-BR" dirty="0"/>
              <a:t>O método busca no banco um registro pelo id, e se achar faz a alteração e retorna verdadeiro.</a:t>
            </a:r>
          </a:p>
          <a:p>
            <a:r>
              <a:rPr lang="pt-BR" dirty="0"/>
              <a:t>Caso contrario retorna falso.</a:t>
            </a:r>
          </a:p>
        </p:txBody>
      </p:sp>
      <p:pic>
        <p:nvPicPr>
          <p:cNvPr id="6" name="Espaço Reservado para Conteúdo 7">
            <a:extLst>
              <a:ext uri="{FF2B5EF4-FFF2-40B4-BE49-F238E27FC236}">
                <a16:creationId xmlns:a16="http://schemas.microsoft.com/office/drawing/2014/main" id="{4557D400-4B42-4B69-A94D-30DC06F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42A06B-F61B-4EE0-923C-AF44FD851E58}"/>
              </a:ext>
            </a:extLst>
          </p:cNvPr>
          <p:cNvSpPr/>
          <p:nvPr/>
        </p:nvSpPr>
        <p:spPr>
          <a:xfrm>
            <a:off x="975360" y="4245436"/>
            <a:ext cx="5750560" cy="41656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50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FF059AA3-2758-4C19-B691-F0511F422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227754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Percebam que sempre são esses quatro passos: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Criar a consulta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Passar para o prepare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Chamar 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bindValue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Executar</a:t>
            </a:r>
          </a:p>
          <a:p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muda é apenas a consulta</a:t>
            </a:r>
          </a:p>
        </p:txBody>
      </p:sp>
    </p:spTree>
    <p:extLst>
      <p:ext uri="{BB962C8B-B14F-4D97-AF65-F5344CB8AC3E}">
        <p14:creationId xmlns:p14="http://schemas.microsoft.com/office/powerpoint/2010/main" val="2308134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437120" y="1253331"/>
            <a:ext cx="3916680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Em um sistema de login, temos que checar se o usuário existe por dois motivos:</a:t>
            </a:r>
          </a:p>
          <a:p>
            <a:r>
              <a:rPr lang="pt-BR" dirty="0"/>
              <a:t>Caso ele exista e queria cadastrar novamente não podemos deixar, para não repetir no banco de dados.</a:t>
            </a:r>
          </a:p>
          <a:p>
            <a:r>
              <a:rPr lang="pt-BR" dirty="0"/>
              <a:t>E caso não exista, para dar uma mensagem ao usuário que ele tem que criar um usuário pois ainda não tem.</a:t>
            </a:r>
          </a:p>
        </p:txBody>
      </p:sp>
      <p:pic>
        <p:nvPicPr>
          <p:cNvPr id="6" name="Espaço Reservado para Conteúdo 7">
            <a:extLst>
              <a:ext uri="{FF2B5EF4-FFF2-40B4-BE49-F238E27FC236}">
                <a16:creationId xmlns:a16="http://schemas.microsoft.com/office/drawing/2014/main" id="{4557D400-4B42-4B69-A94D-30DC06F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42A06B-F61B-4EE0-923C-AF44FD851E58}"/>
              </a:ext>
            </a:extLst>
          </p:cNvPr>
          <p:cNvSpPr/>
          <p:nvPr/>
        </p:nvSpPr>
        <p:spPr>
          <a:xfrm>
            <a:off x="975360" y="4541528"/>
            <a:ext cx="5750560" cy="41656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884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D339E924-F830-4852-9239-D75468308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Nesse método a gente recebe um </a:t>
            </a:r>
            <a:r>
              <a:rPr lang="pt-BR" dirty="0" err="1"/>
              <a:t>email</a:t>
            </a:r>
            <a:r>
              <a:rPr lang="pt-BR" dirty="0"/>
              <a:t> e busca por ele no banco de dados.</a:t>
            </a:r>
          </a:p>
          <a:p>
            <a:r>
              <a:rPr lang="pt-BR" dirty="0" err="1"/>
              <a:t>Entao</a:t>
            </a:r>
            <a:r>
              <a:rPr lang="pt-BR" dirty="0"/>
              <a:t> além dos quatro passos, temos que ter mais um, que é checar se o </a:t>
            </a:r>
            <a:r>
              <a:rPr lang="pt-BR" dirty="0" err="1"/>
              <a:t>email</a:t>
            </a:r>
            <a:r>
              <a:rPr lang="pt-BR" dirty="0"/>
              <a:t> foi encontrado ou não.</a:t>
            </a:r>
          </a:p>
          <a:p>
            <a:r>
              <a:rPr lang="pt-BR" dirty="0"/>
              <a:t>Se foi encontrado, o </a:t>
            </a:r>
            <a:r>
              <a:rPr lang="pt-BR" dirty="0" err="1"/>
              <a:t>rowCount</a:t>
            </a:r>
            <a:r>
              <a:rPr lang="pt-BR" dirty="0"/>
              <a:t>() </a:t>
            </a:r>
            <a:r>
              <a:rPr lang="pt-BR" dirty="0" err="1"/>
              <a:t>sera</a:t>
            </a:r>
            <a:r>
              <a:rPr lang="pt-BR" dirty="0"/>
              <a:t> maior que zero e retorna verdadeiro. </a:t>
            </a:r>
          </a:p>
          <a:p>
            <a:r>
              <a:rPr lang="pt-BR" dirty="0"/>
              <a:t>Caso contrario retorna falso.</a:t>
            </a:r>
          </a:p>
        </p:txBody>
      </p:sp>
    </p:spTree>
    <p:extLst>
      <p:ext uri="{BB962C8B-B14F-4D97-AF65-F5344CB8AC3E}">
        <p14:creationId xmlns:p14="http://schemas.microsoft.com/office/powerpoint/2010/main" val="3157389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9FF693D1-2FE9-47E5-9936-1BE1527F0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Todo aquele </a:t>
            </a:r>
            <a:r>
              <a:rPr lang="pt-BR" dirty="0" err="1"/>
              <a:t>if</a:t>
            </a:r>
            <a:r>
              <a:rPr lang="pt-BR" dirty="0"/>
              <a:t>/</a:t>
            </a:r>
            <a:r>
              <a:rPr lang="pt-BR" dirty="0" err="1"/>
              <a:t>else</a:t>
            </a:r>
            <a:r>
              <a:rPr lang="pt-BR" dirty="0"/>
              <a:t> pode ser substituído por essa única linha 87.</a:t>
            </a:r>
          </a:p>
          <a:p>
            <a:r>
              <a:rPr lang="pt-BR" dirty="0"/>
              <a:t>Ele vai retornar verdadeiro se o </a:t>
            </a:r>
            <a:r>
              <a:rPr lang="pt-BR" dirty="0" err="1"/>
              <a:t>rowCount</a:t>
            </a:r>
            <a:r>
              <a:rPr lang="pt-BR" dirty="0"/>
              <a:t>() for maior que zero e falso se não encontrar o </a:t>
            </a:r>
            <a:r>
              <a:rPr lang="pt-BR" dirty="0" err="1"/>
              <a:t>email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5401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7437120" y="1253331"/>
            <a:ext cx="391668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Outro método que temos que pensar é o método que checa se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usuário existe e também se a senha confere </a:t>
            </a:r>
            <a:r>
              <a:rPr lang="pt-BR" dirty="0"/>
              <a:t>com o banco de dados.</a:t>
            </a:r>
          </a:p>
          <a:p>
            <a:r>
              <a:rPr lang="pt-BR" dirty="0"/>
              <a:t>Pois o usuário pode existir e digitar a senha errada ou ainda querer acessar uma conta que não eh dele.</a:t>
            </a:r>
          </a:p>
        </p:txBody>
      </p:sp>
      <p:pic>
        <p:nvPicPr>
          <p:cNvPr id="6" name="Espaço Reservado para Conteúdo 7">
            <a:extLst>
              <a:ext uri="{FF2B5EF4-FFF2-40B4-BE49-F238E27FC236}">
                <a16:creationId xmlns:a16="http://schemas.microsoft.com/office/drawing/2014/main" id="{4557D400-4B42-4B69-A94D-30DC06F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6090209" cy="435133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42A06B-F61B-4EE0-923C-AF44FD851E58}"/>
              </a:ext>
            </a:extLst>
          </p:cNvPr>
          <p:cNvSpPr/>
          <p:nvPr/>
        </p:nvSpPr>
        <p:spPr>
          <a:xfrm>
            <a:off x="975360" y="4855035"/>
            <a:ext cx="5750560" cy="41656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105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80131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que checa o </a:t>
            </a:r>
            <a:r>
              <a:rPr lang="pt-BR" dirty="0" err="1"/>
              <a:t>email</a:t>
            </a:r>
            <a:r>
              <a:rPr lang="pt-BR" dirty="0"/>
              <a:t> e a senha é bem parecido com o que checa o usuário, mas busca o </a:t>
            </a:r>
            <a:r>
              <a:rPr lang="pt-BR" dirty="0" err="1"/>
              <a:t>email</a:t>
            </a:r>
            <a:r>
              <a:rPr lang="pt-BR" dirty="0"/>
              <a:t> e a senha ao mesmo tempo.</a:t>
            </a:r>
          </a:p>
          <a:p>
            <a:r>
              <a:rPr lang="pt-BR" dirty="0"/>
              <a:t>E se encontrar um registro em vez de retornar verdadeiro, estou pegando todos os dados do registro e devolvendo em um vetor com o método </a:t>
            </a:r>
            <a:r>
              <a:rPr lang="pt-BR" dirty="0" err="1"/>
              <a:t>fetch</a:t>
            </a:r>
            <a:r>
              <a:rPr lang="pt-BR" dirty="0"/>
              <a:t> do </a:t>
            </a:r>
            <a:r>
              <a:rPr lang="pt-BR" dirty="0" err="1"/>
              <a:t>pdo</a:t>
            </a:r>
            <a:r>
              <a:rPr lang="pt-BR" dirty="0"/>
              <a:t>.</a:t>
            </a:r>
          </a:p>
          <a:p>
            <a:r>
              <a:rPr lang="pt-BR" dirty="0"/>
              <a:t>Caso contrario retorna falso.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0ED83AEE-532C-4B08-BB83-57B973EBD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33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838201" y="1024731"/>
            <a:ext cx="10515599" cy="480131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 isso a gente criou todo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back-end</a:t>
            </a:r>
            <a:r>
              <a:rPr lang="pt-BR" dirty="0"/>
              <a:t> de um sistema de login, mas que pode ser usado para qualquer sistema.</a:t>
            </a:r>
          </a:p>
          <a:p>
            <a:r>
              <a:rPr lang="pt-BR" dirty="0"/>
              <a:t>Agora é </a:t>
            </a:r>
            <a:r>
              <a:rPr lang="pt-BR" dirty="0" err="1"/>
              <a:t>so</a:t>
            </a:r>
            <a:r>
              <a:rPr lang="pt-BR" dirty="0"/>
              <a:t> pensar no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front-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pt-BR" dirty="0"/>
              <a:t>, um formulário que pega todos os dados que queremos (nome, </a:t>
            </a:r>
            <a:r>
              <a:rPr lang="pt-BR" dirty="0" err="1"/>
              <a:t>email</a:t>
            </a:r>
            <a:r>
              <a:rPr lang="pt-BR" dirty="0"/>
              <a:t> e senha), e dois botões, um para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 um usuário novo </a:t>
            </a:r>
            <a:r>
              <a:rPr lang="pt-BR" dirty="0"/>
              <a:t>e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outro para entrar no sistema</a:t>
            </a:r>
            <a:r>
              <a:rPr lang="pt-BR" dirty="0"/>
              <a:t>.</a:t>
            </a:r>
          </a:p>
          <a:p>
            <a:r>
              <a:rPr lang="pt-BR" dirty="0"/>
              <a:t>E a lógica é bem simples:</a:t>
            </a:r>
          </a:p>
          <a:p>
            <a:r>
              <a:rPr lang="pt-BR" dirty="0"/>
              <a:t>O usuário preenche o nome, </a:t>
            </a:r>
            <a:r>
              <a:rPr lang="pt-BR" dirty="0" err="1"/>
              <a:t>email</a:t>
            </a:r>
            <a:r>
              <a:rPr lang="pt-BR" dirty="0"/>
              <a:t> e senha, e se clicar em entrar, seguimos os passos: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Verifico se o usuário existe com </a:t>
            </a:r>
            <a:r>
              <a:rPr lang="pt-BR" dirty="0" err="1"/>
              <a:t>chkUser</a:t>
            </a:r>
            <a:r>
              <a:rPr lang="pt-BR" dirty="0"/>
              <a:t>($</a:t>
            </a:r>
            <a:r>
              <a:rPr lang="pt-BR" dirty="0" err="1"/>
              <a:t>email</a:t>
            </a:r>
            <a:r>
              <a:rPr lang="pt-BR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 não existir mostro uma mensagem de que o usuário não esta cadastrado.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 existir, eu tenho que checar se a senha confere, então chamo o método </a:t>
            </a:r>
            <a:r>
              <a:rPr lang="pt-BR" dirty="0" err="1"/>
              <a:t>chkPass</a:t>
            </a:r>
            <a:r>
              <a:rPr lang="pt-BR" dirty="0"/>
              <a:t>($</a:t>
            </a:r>
            <a:r>
              <a:rPr lang="pt-BR" dirty="0" err="1"/>
              <a:t>email</a:t>
            </a:r>
            <a:r>
              <a:rPr lang="pt-BR" dirty="0"/>
              <a:t>, $senha)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Esse método procura um </a:t>
            </a:r>
            <a:r>
              <a:rPr lang="pt-BR" dirty="0" err="1"/>
              <a:t>email</a:t>
            </a:r>
            <a:r>
              <a:rPr lang="pt-BR" dirty="0"/>
              <a:t> e uma senha no banco e se encontrar, retorna um vetor com os dados do registro encontrado.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 não encontrar, emitimos uma </a:t>
            </a:r>
            <a:r>
              <a:rPr lang="pt-BR" dirty="0" err="1"/>
              <a:t>msg</a:t>
            </a:r>
            <a:r>
              <a:rPr lang="pt-BR" dirty="0"/>
              <a:t> dizendo que o usuário ou a senha estão incorretos.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r>
              <a:rPr lang="pt-BR" dirty="0"/>
              <a:t>Se ele clicar no botão criar, a gente segue os passos: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Checa se ele já não existe no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 existir emitimos uma </a:t>
            </a:r>
            <a:r>
              <a:rPr lang="pt-BR" dirty="0" err="1"/>
              <a:t>msg</a:t>
            </a:r>
            <a:r>
              <a:rPr lang="pt-BR" dirty="0"/>
              <a:t> dizendo que ele já esta cadastrado mandamos ele clicar no login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Se não existir, então podemos inserir, chamando o método cadastrar($nome, $</a:t>
            </a:r>
            <a:r>
              <a:rPr lang="pt-BR" dirty="0" err="1"/>
              <a:t>email</a:t>
            </a:r>
            <a:r>
              <a:rPr lang="pt-BR" dirty="0"/>
              <a:t>, $senha)</a:t>
            </a:r>
          </a:p>
        </p:txBody>
      </p:sp>
    </p:spTree>
    <p:extLst>
      <p:ext uri="{BB962C8B-B14F-4D97-AF65-F5344CB8AC3E}">
        <p14:creationId xmlns:p14="http://schemas.microsoft.com/office/powerpoint/2010/main" val="1807911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771368F5-606C-49D0-8301-D0B9D439E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parte do front-</a:t>
            </a:r>
            <a:r>
              <a:rPr lang="pt-BR" dirty="0" err="1"/>
              <a:t>end</a:t>
            </a:r>
            <a:r>
              <a:rPr lang="pt-BR" dirty="0"/>
              <a:t> é bem simples, um formulário com os campos que precisamos e dois botões um para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Entrar</a:t>
            </a:r>
            <a:r>
              <a:rPr lang="pt-BR" dirty="0"/>
              <a:t> outro para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 Conta</a:t>
            </a:r>
          </a:p>
        </p:txBody>
      </p:sp>
    </p:spTree>
    <p:extLst>
      <p:ext uri="{BB962C8B-B14F-4D97-AF65-F5344CB8AC3E}">
        <p14:creationId xmlns:p14="http://schemas.microsoft.com/office/powerpoint/2010/main" val="1074970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721A27B-78F7-466A-AB6A-204C0E0F5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9703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o arquivo </a:t>
            </a:r>
            <a:r>
              <a:rPr lang="pt-BR" dirty="0" err="1"/>
              <a:t>index.php</a:t>
            </a:r>
            <a:r>
              <a:rPr lang="pt-BR" dirty="0"/>
              <a:t>.</a:t>
            </a:r>
          </a:p>
          <a:p>
            <a:r>
              <a:rPr lang="pt-BR" dirty="0"/>
              <a:t>Criamos o formulário e dentro do formulário colocamos o </a:t>
            </a:r>
            <a:r>
              <a:rPr lang="pt-BR" dirty="0" err="1"/>
              <a:t>action</a:t>
            </a:r>
            <a:r>
              <a:rPr lang="pt-BR" dirty="0"/>
              <a:t> = “</a:t>
            </a:r>
            <a:r>
              <a:rPr lang="pt-BR" dirty="0" err="1"/>
              <a:t>login.php</a:t>
            </a:r>
            <a:r>
              <a:rPr lang="pt-BR" dirty="0"/>
              <a:t>” e o método post</a:t>
            </a:r>
          </a:p>
          <a:p>
            <a:r>
              <a:rPr lang="pt-BR" dirty="0"/>
              <a:t>Dessa forma os dados digitados no formulário, ao clicar em algum botão, serão passados para o arquivo </a:t>
            </a:r>
            <a:r>
              <a:rPr lang="pt-BR" dirty="0" err="1"/>
              <a:t>login.php</a:t>
            </a:r>
            <a:r>
              <a:rPr lang="pt-BR" dirty="0"/>
              <a:t> pelo método post.</a:t>
            </a:r>
          </a:p>
        </p:txBody>
      </p:sp>
    </p:spTree>
    <p:extLst>
      <p:ext uri="{BB962C8B-B14F-4D97-AF65-F5344CB8AC3E}">
        <p14:creationId xmlns:p14="http://schemas.microsoft.com/office/powerpoint/2010/main" val="144463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820E15B5-24E5-4F30-A63A-340590D04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o estilo caso queria fazer exatamente igual ao exemplo:</a:t>
            </a:r>
          </a:p>
        </p:txBody>
      </p:sp>
    </p:spTree>
    <p:extLst>
      <p:ext uri="{BB962C8B-B14F-4D97-AF65-F5344CB8AC3E}">
        <p14:creationId xmlns:p14="http://schemas.microsoft.com/office/powerpoint/2010/main" val="1231266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297ACD33-5C2F-44A9-82A5-C4CAFBD7B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Parte 2</a:t>
            </a:r>
          </a:p>
        </p:txBody>
      </p:sp>
    </p:spTree>
    <p:extLst>
      <p:ext uri="{BB962C8B-B14F-4D97-AF65-F5344CB8AC3E}">
        <p14:creationId xmlns:p14="http://schemas.microsoft.com/office/powerpoint/2010/main" val="603592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76E3C632-85EF-49C7-9888-468FD66A1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Parte 3</a:t>
            </a:r>
          </a:p>
        </p:txBody>
      </p:sp>
    </p:spTree>
    <p:extLst>
      <p:ext uri="{BB962C8B-B14F-4D97-AF65-F5344CB8AC3E}">
        <p14:creationId xmlns:p14="http://schemas.microsoft.com/office/powerpoint/2010/main" val="3569530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BEF1F4C7-F410-4529-89C8-A1618C534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Parte 4</a:t>
            </a:r>
          </a:p>
        </p:txBody>
      </p:sp>
    </p:spTree>
    <p:extLst>
      <p:ext uri="{BB962C8B-B14F-4D97-AF65-F5344CB8AC3E}">
        <p14:creationId xmlns:p14="http://schemas.microsoft.com/office/powerpoint/2010/main" val="148474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F8C43D97-79F8-4B94-9242-8820FCF2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507831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login.php</a:t>
            </a:r>
            <a:r>
              <a:rPr lang="pt-BR" dirty="0"/>
              <a:t>, a gente primeiro abre a sessão com </a:t>
            </a:r>
            <a:r>
              <a:rPr lang="pt-BR" dirty="0" err="1"/>
              <a:t>session_start</a:t>
            </a:r>
            <a:r>
              <a:rPr lang="pt-BR" dirty="0"/>
              <a:t>()</a:t>
            </a:r>
          </a:p>
          <a:p>
            <a:r>
              <a:rPr lang="pt-BR" dirty="0"/>
              <a:t>Depois importa a classe e em seguida instancia o Contato (ou </a:t>
            </a:r>
            <a:r>
              <a:rPr lang="pt-BR" dirty="0" err="1"/>
              <a:t>Usuario</a:t>
            </a:r>
            <a:r>
              <a:rPr lang="pt-BR" dirty="0"/>
              <a:t>).</a:t>
            </a:r>
          </a:p>
          <a:p>
            <a:r>
              <a:rPr lang="pt-BR" dirty="0"/>
              <a:t>Como no método construtor se conseguir conectar retorna verdadeiro, a gente pega o retorno e coloca em uma variável chamada conecta.</a:t>
            </a:r>
          </a:p>
          <a:p>
            <a:r>
              <a:rPr lang="pt-BR" dirty="0"/>
              <a:t>Se ela for false, já damos uma </a:t>
            </a:r>
            <a:r>
              <a:rPr lang="pt-BR" dirty="0" err="1"/>
              <a:t>msg</a:t>
            </a:r>
            <a:r>
              <a:rPr lang="pt-BR" dirty="0"/>
              <a:t> e saímos do sistema.</a:t>
            </a:r>
          </a:p>
        </p:txBody>
      </p:sp>
    </p:spTree>
    <p:extLst>
      <p:ext uri="{BB962C8B-B14F-4D97-AF65-F5344CB8AC3E}">
        <p14:creationId xmlns:p14="http://schemas.microsoft.com/office/powerpoint/2010/main" val="411732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A569AF86-2319-4BFB-B92B-65CC9E65A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4627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for verdadeiro a conexão foi estabelecida, então a primeira coisa que fazemos é criar variáveis locais com o conteúdo do $_POST.</a:t>
            </a:r>
          </a:p>
          <a:p>
            <a:r>
              <a:rPr lang="pt-BR" dirty="0"/>
              <a:t>Depois checamos se o usuário clicou no botão entrar com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isset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($_Post[‘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btnEntrar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’] )</a:t>
            </a:r>
          </a:p>
          <a:p>
            <a:r>
              <a:rPr lang="pt-BR" dirty="0"/>
              <a:t>Podemos testar pedindo para imprimir o nome </a:t>
            </a:r>
            <a:r>
              <a:rPr lang="pt-BR" dirty="0" err="1"/>
              <a:t>email</a:t>
            </a:r>
            <a:r>
              <a:rPr lang="pt-BR" dirty="0"/>
              <a:t> e senha para ver se vieram certinhos</a:t>
            </a:r>
          </a:p>
        </p:txBody>
      </p:sp>
    </p:spTree>
    <p:extLst>
      <p:ext uri="{BB962C8B-B14F-4D97-AF65-F5344CB8AC3E}">
        <p14:creationId xmlns:p14="http://schemas.microsoft.com/office/powerpoint/2010/main" val="288041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930999FD-C1F5-4D4E-8A2C-5317444CA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480131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o usuário clicou em entrar, a gente chama o </a:t>
            </a:r>
            <a:r>
              <a:rPr lang="pt-BR" dirty="0" err="1"/>
              <a:t>chkUser</a:t>
            </a:r>
            <a:r>
              <a:rPr lang="pt-BR" dirty="0"/>
              <a:t> para ver se o </a:t>
            </a:r>
            <a:r>
              <a:rPr lang="pt-BR" dirty="0" err="1"/>
              <a:t>email</a:t>
            </a:r>
            <a:r>
              <a:rPr lang="pt-BR" dirty="0"/>
              <a:t> existe. Esse método retorna verdadeiro se o usuário existir. E se existir checamos se o usuário e a senha existem no banco. Se sim, criamos uma sessão com o nome do usuário que foi retornado pelo </a:t>
            </a:r>
            <a:r>
              <a:rPr lang="pt-BR" dirty="0" err="1"/>
              <a:t>checkUserPass</a:t>
            </a:r>
            <a:endParaRPr lang="pt-BR" dirty="0"/>
          </a:p>
          <a:p>
            <a:r>
              <a:rPr lang="pt-BR" dirty="0"/>
              <a:t>Se não existir, </a:t>
            </a:r>
            <a:r>
              <a:rPr lang="pt-BR" dirty="0" err="1"/>
              <a:t>msg</a:t>
            </a:r>
            <a:r>
              <a:rPr lang="pt-BR" dirty="0"/>
              <a:t> informando o </a:t>
            </a:r>
            <a:r>
              <a:rPr lang="pt-BR" dirty="0" err="1"/>
              <a:t>usuario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1119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5F3241-45EF-4C06-8C8E-36FE530FE78A}"/>
              </a:ext>
            </a:extLst>
          </p:cNvPr>
          <p:cNvSpPr txBox="1"/>
          <p:nvPr/>
        </p:nvSpPr>
        <p:spPr>
          <a:xfrm>
            <a:off x="9052560" y="1253331"/>
            <a:ext cx="230124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o usuário clicar em Entrar, a gente checa se o usuário já não existe com o </a:t>
            </a:r>
            <a:r>
              <a:rPr lang="pt-BR" dirty="0" err="1"/>
              <a:t>chkUser</a:t>
            </a:r>
            <a:r>
              <a:rPr lang="pt-BR" dirty="0"/>
              <a:t>($</a:t>
            </a:r>
            <a:r>
              <a:rPr lang="pt-BR" dirty="0" err="1"/>
              <a:t>email</a:t>
            </a:r>
            <a:r>
              <a:rPr lang="pt-BR" dirty="0"/>
              <a:t>)</a:t>
            </a:r>
          </a:p>
          <a:p>
            <a:r>
              <a:rPr lang="pt-BR" dirty="0"/>
              <a:t>Se ele existir emitimos uma </a:t>
            </a:r>
            <a:r>
              <a:rPr lang="pt-BR" dirty="0" err="1"/>
              <a:t>msg</a:t>
            </a:r>
            <a:r>
              <a:rPr lang="pt-BR" dirty="0"/>
              <a:t> para o usuário, e se não estiver </a:t>
            </a:r>
            <a:r>
              <a:rPr lang="pt-BR" dirty="0" err="1"/>
              <a:t>cadstrado</a:t>
            </a:r>
            <a:r>
              <a:rPr lang="pt-BR" dirty="0"/>
              <a:t>, basta chamar o método cadastrar passando os dados do </a:t>
            </a:r>
            <a:r>
              <a:rPr lang="pt-BR" dirty="0" err="1"/>
              <a:t>formulario</a:t>
            </a:r>
            <a:r>
              <a:rPr lang="pt-BR" dirty="0"/>
              <a:t>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B810ABD-CFC2-4145-BBF6-207A32ECA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09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851E-2F9D-4146-9136-AD37978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E37826-7578-4BD0-8FE0-5215AA1A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D8E9E52-AC41-42C9-BE67-50EBB7B20FA6}"/>
              </a:ext>
            </a:extLst>
          </p:cNvPr>
          <p:cNvSpPr/>
          <p:nvPr/>
        </p:nvSpPr>
        <p:spPr>
          <a:xfrm>
            <a:off x="3884023" y="3056709"/>
            <a:ext cx="4841966" cy="157625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</a:t>
            </a: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Fabio Claret</a:t>
            </a:r>
          </a:p>
        </p:txBody>
      </p:sp>
    </p:spTree>
    <p:extLst>
      <p:ext uri="{BB962C8B-B14F-4D97-AF65-F5344CB8AC3E}">
        <p14:creationId xmlns:p14="http://schemas.microsoft.com/office/powerpoint/2010/main" val="97038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1669</Words>
  <Application>Microsoft Office PowerPoint</Application>
  <PresentationFormat>Widescreen</PresentationFormat>
  <Paragraphs>116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do Office</vt:lpstr>
      <vt:lpstr>Orientacao a Objetos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Orientacao a Objetos</dc:title>
  <dc:creator>FABIO CLARET TRIGO DE OLIVEIRA</dc:creator>
  <cp:lastModifiedBy>FABIO CLARET TRIGO DE OLIVEIRA</cp:lastModifiedBy>
  <cp:revision>13</cp:revision>
  <dcterms:created xsi:type="dcterms:W3CDTF">2025-03-07T20:04:59Z</dcterms:created>
  <dcterms:modified xsi:type="dcterms:W3CDTF">2025-03-07T22:09:39Z</dcterms:modified>
</cp:coreProperties>
</file>